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emotron Voice Agent SQA Sys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QA system diagram" descr="Editable source is provided as SVG and generation scrip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VIDIA SQA">
  <a:themeElements>
    <a:clrScheme name="NVIDIA">
      <a:dk1>
        <a:srgbClr val="14231B"/>
      </a:dk1>
      <a:lt1>
        <a:srgbClr val="FFFFFF"/>
      </a:lt1>
      <a:dk2>
        <a:srgbClr val="2C3B33"/>
      </a:dk2>
      <a:lt2>
        <a:srgbClr val="EEF8E7"/>
      </a:lt2>
      <a:accent1>
        <a:srgbClr val="76B900"/>
      </a:accent1>
      <a:accent2>
        <a:srgbClr val="087F73"/>
      </a:accent2>
      <a:accent3>
        <a:srgbClr val="356F9F"/>
      </a:accent3>
      <a:accent4>
        <a:srgbClr val="B06A00"/>
      </a:accent4>
      <a:accent5>
        <a:srgbClr val="6954A3"/>
      </a:accent5>
      <a:accent6>
        <a:srgbClr val="B33A32"/>
      </a:accent6>
      <a:hlink>
        <a:srgbClr val="356F9F"/>
      </a:hlink>
      <a:folHlink>
        <a:srgbClr val="6954A3"/>
      </a:folHlink>
    </a:clrScheme>
    <a:fontScheme name="Noto Sans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NVIDIA">
      <a:fillStyleLst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</Slides>
  <Notes>0</Notes>
  <HiddenSlides>0</HiddenSlides>
  <Company>NVIDIA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Nemotron Voice Agent SQA System</dc:title>
  <dc:creator>OpenAI Codex</dc:creator>
  <cp:lastModifiedBy>OpenAI Codex</cp:lastModifiedBy>
  <dc:subject>Single-slide SQA architecture and deployment qualification flow</dc:subject>
  <dc:description>Evidence-grounded schema; contains no credential values.</dc:description>
  <dcterms:created xsi:type="dcterms:W3CDTF">2026-08-24T14:12:11Z</dcterms:created>
  <dcterms:modified xsi:type="dcterms:W3CDTF">2026-08-24T14:12:11Z</dcterms:modified>
</cp:coreProperties>
</file>